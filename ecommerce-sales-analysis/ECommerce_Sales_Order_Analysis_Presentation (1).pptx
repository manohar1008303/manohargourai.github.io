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8" r:id="rId4"/>
    <p:sldId id="257" r:id="rId5"/>
    <p:sldId id="269" r:id="rId6"/>
    <p:sldId id="258" r:id="rId7"/>
    <p:sldId id="261" r:id="rId8"/>
    <p:sldId id="266" r:id="rId9"/>
    <p:sldId id="259" r:id="rId10"/>
    <p:sldId id="26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49" autoAdjust="0"/>
    <p:restoredTop sz="94660"/>
  </p:normalViewPr>
  <p:slideViewPr>
    <p:cSldViewPr snapToGrid="0">
      <p:cViewPr varScale="1">
        <p:scale>
          <a:sx n="55" d="100"/>
          <a:sy n="55" d="100"/>
        </p:scale>
        <p:origin x="43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2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8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5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5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0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5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1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5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2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56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84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4273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68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05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11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8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80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062-ecommerce-png-fil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4B300745-9A98-452E-A2B2-C5D11C07A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60" y="242434"/>
            <a:ext cx="6334024" cy="145391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b="1" i="0" u="none" strike="noStrike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E-Commerce Sales &amp; Order Analysis</a:t>
            </a:r>
            <a:endParaRPr lang="en-US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FE01AF6F-47A1-4EA7-9507-8F8DBD49B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178" y="4571857"/>
            <a:ext cx="5131778" cy="1480077"/>
          </a:xfrm>
        </p:spPr>
        <p:txBody>
          <a:bodyPr anchor="t">
            <a:noAutofit/>
          </a:bodyPr>
          <a:lstStyle/>
          <a:p>
            <a:pPr algn="l"/>
            <a:r>
              <a:rPr lang="en-US" sz="2000" b="1" i="0" u="none" strike="noStrike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Preparation &amp; Visualization Project</a:t>
            </a:r>
            <a:br>
              <a:rPr lang="en-US" sz="2000" b="1" i="0" u="none" strike="noStrike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i="0" u="none" strike="noStrike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BANA 6760 - Data Visualization</a:t>
            </a:r>
            <a:br>
              <a:rPr lang="en-US" sz="2000" b="1" i="0" u="none" strike="noStrike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By: Supriya, Randal, Jarvis &amp; Manohar  </a:t>
            </a:r>
            <a:endParaRPr lang="en-US"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A colorful circles with icons&#10;&#10;AI-generated content may be incorrect.">
            <a:extLst>
              <a:ext uri="{FF2B5EF4-FFF2-40B4-BE49-F238E27FC236}">
                <a16:creationId xmlns:a16="http://schemas.microsoft.com/office/drawing/2014/main" id="{32CF04DC-01E6-A020-A4DA-8E946F24B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90588" y="1938780"/>
            <a:ext cx="4997163" cy="337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data analysis dashboard&#10;&#10;AI-generated content may be incorrect.">
            <a:extLst>
              <a:ext uri="{FF2B5EF4-FFF2-40B4-BE49-F238E27FC236}">
                <a16:creationId xmlns:a16="http://schemas.microsoft.com/office/drawing/2014/main" id="{EEFED6D8-A8AE-9519-4911-074A323BA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348" y="457200"/>
            <a:ext cx="917930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2FB40-6023-1F95-3E98-D784A050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2ACCEE-0775-BCB9-F866-899346331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04" y="233489"/>
            <a:ext cx="9563592" cy="639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a blue line&#10;&#10;AI-generated content may be incorrect.">
            <a:extLst>
              <a:ext uri="{FF2B5EF4-FFF2-40B4-BE49-F238E27FC236}">
                <a16:creationId xmlns:a16="http://schemas.microsoft.com/office/drawing/2014/main" id="{7691D45A-30E0-9F06-0154-148A8A38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27227"/>
            <a:ext cx="11277600" cy="400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CD228-04CF-E18D-31CE-1BE39886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32CAD-18E9-0BFD-EA50-F62E68D6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7" y="286514"/>
            <a:ext cx="11093559" cy="608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1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7B1893C-9AF3-174F-DA35-A3842760D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992" y="2718931"/>
            <a:ext cx="3057242" cy="1420138"/>
          </a:xfrm>
          <a:prstGeom prst="rect">
            <a:avLst/>
          </a:prstGeom>
        </p:spPr>
      </p:pic>
      <p:pic>
        <p:nvPicPr>
          <p:cNvPr id="3" name="Picture 2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7E74CC05-38DB-C7D2-30C6-334221EE6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1" y="216129"/>
            <a:ext cx="8673014" cy="633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121DE8C6-3F89-84FB-A951-C07684255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1949450"/>
            <a:ext cx="2019300" cy="2959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20E9D-2348-75B3-9EE1-D2F849FBF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600" y="3553600"/>
            <a:ext cx="304800" cy="508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81B55B-EF4C-698C-E8D1-DDA22187D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88" y="694482"/>
            <a:ext cx="7772400" cy="5203910"/>
          </a:xfrm>
          <a:prstGeom prst="rect">
            <a:avLst/>
          </a:prstGeom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30E66F5C-21CD-CFAB-6A9D-2DB6F149D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814" y="1748463"/>
            <a:ext cx="2532995" cy="371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0B791-8AEE-AA6C-4277-E3571E79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r with black text&#10;&#10;AI-generated content may be incorrect.">
            <a:extLst>
              <a:ext uri="{FF2B5EF4-FFF2-40B4-BE49-F238E27FC236}">
                <a16:creationId xmlns:a16="http://schemas.microsoft.com/office/drawing/2014/main" id="{1D9F75EB-B799-54C2-B90F-C043139EC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5553"/>
            <a:ext cx="11277600" cy="332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4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84738F2D-96D2-85AC-7409-2525F479A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76" y="336483"/>
            <a:ext cx="8434137" cy="6185034"/>
          </a:xfrm>
          <a:prstGeom prst="rect">
            <a:avLst/>
          </a:prstGeom>
        </p:spPr>
      </p:pic>
      <p:pic>
        <p:nvPicPr>
          <p:cNvPr id="7" name="Picture 6" descr="A screenshot of a number&#10;&#10;AI-generated content may be incorrect.">
            <a:extLst>
              <a:ext uri="{FF2B5EF4-FFF2-40B4-BE49-F238E27FC236}">
                <a16:creationId xmlns:a16="http://schemas.microsoft.com/office/drawing/2014/main" id="{FF652257-6B71-1E55-5F43-ACF0B18F7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9"/>
          <a:stretch/>
        </p:blipFill>
        <p:spPr>
          <a:xfrm>
            <a:off x="8834144" y="336483"/>
            <a:ext cx="2680612" cy="1862706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80307489-4F63-66FB-E97B-0C7446D1C7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184" y="2303362"/>
            <a:ext cx="2729571" cy="421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7B5F-E007-C94E-42DE-E3EADCD0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025D0-FBB7-AA15-DDD7-64048AD1B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GB" dirty="0"/>
              <a:t>Prioritize top categories: Focus inventory, promotions, and recommendations on leading categories like toys; evaluate whether to curate or consolidate long‑tail categories.</a:t>
            </a:r>
            <a:endParaRPr lang="en-US" dirty="0"/>
          </a:p>
          <a:p>
            <a:pPr lvl="0"/>
            <a:r>
              <a:rPr lang="en-GB" dirty="0"/>
              <a:t>Optimize payment experience: Ensure the credit card payment flow is fast and reliable; selectively promote wallet or voucher options to diversify risk and fees.</a:t>
            </a:r>
            <a:endParaRPr lang="en-US" dirty="0"/>
          </a:p>
          <a:p>
            <a:pPr lvl="0"/>
            <a:r>
              <a:rPr lang="en-GB" dirty="0"/>
              <a:t>Plan around seasonality: Schedule marketing campaigns, discount events, and customer‑support capacity during high‑demand months.</a:t>
            </a:r>
            <a:endParaRPr lang="en-US" dirty="0"/>
          </a:p>
          <a:p>
            <a:pPr lvl="0"/>
            <a:r>
              <a:rPr lang="en-GB" dirty="0"/>
              <a:t>Review shipping pricing: For sellers and categories with high shipping charges relative to price, negotiate better logistics rates or offer shipping promotions to reduce cart abandonment.</a:t>
            </a:r>
            <a:endParaRPr lang="en-US" dirty="0"/>
          </a:p>
          <a:p>
            <a:pPr lvl="0"/>
            <a:r>
              <a:rPr lang="en-GB" dirty="0"/>
              <a:t>Monitor pending orders: Track orders that remain in pending delivery status beyond typical times to create alerts for operations teams to intervene early.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391C-0D39-DBB8-89BD-103B7474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42" name="Graphic 41" descr="Accept">
            <a:extLst>
              <a:ext uri="{FF2B5EF4-FFF2-40B4-BE49-F238E27FC236}">
                <a16:creationId xmlns:a16="http://schemas.microsoft.com/office/drawing/2014/main" id="{5030EB45-FC8E-56CD-1C05-AAE9CC45E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08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138</TotalTime>
  <Words>160</Words>
  <Application>Microsoft Office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E-Commerce Sales &amp; Order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Jarvis Roach</dc:creator>
  <cp:lastModifiedBy>Roach, Jarvis</cp:lastModifiedBy>
  <cp:revision>7</cp:revision>
  <dcterms:created xsi:type="dcterms:W3CDTF">2026-03-11T15:32:37Z</dcterms:created>
  <dcterms:modified xsi:type="dcterms:W3CDTF">2026-03-13T01:09:31Z</dcterms:modified>
</cp:coreProperties>
</file>